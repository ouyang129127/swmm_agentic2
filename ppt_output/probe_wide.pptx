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5F83AD"/>
          </a:solidFill>
          <a:ln w="12700">
            <a:solidFill>
              <a:srgbClr val="5F83A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91440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</a:t>
            </a:r>
            <a:endParaRPr lang="en-US" sz="2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2026-09-04T06:28:09Z</dcterms:created>
  <dcterms:modified xsi:type="dcterms:W3CDTF">2026-09-04T06:28:09Z</dcterms:modified>
</cp:coreProperties>
</file>