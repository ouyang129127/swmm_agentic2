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6576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3657600"/>
            <a:ext cx="274320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测试圆角阴影箭头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2026-09-04T06:28:09Z</dcterms:created>
  <dcterms:modified xsi:type="dcterms:W3CDTF">2026-09-04T06:28:09Z</dcterms:modified>
</cp:coreProperties>
</file>