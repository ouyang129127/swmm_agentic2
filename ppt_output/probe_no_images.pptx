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93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36192"/>
            <a:ext cx="6720840" cy="4069080"/>
          </a:xfrm>
          <a:prstGeom prst="roundRect">
            <a:avLst>
              <a:gd name="adj" fmla="val 157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82128" y="2816352"/>
            <a:ext cx="2331720" cy="1078992"/>
          </a:xfrm>
          <a:prstGeom prst="roundRect">
            <a:avLst>
              <a:gd name="adj" fmla="val 5932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444752"/>
            <a:ext cx="10378440" cy="4434840"/>
          </a:xfrm>
          <a:prstGeom prst="roundRect">
            <a:avLst>
              <a:gd name="adj" fmla="val 144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81328"/>
            <a:ext cx="6537960" cy="4279392"/>
          </a:xfrm>
          <a:prstGeom prst="roundRect">
            <a:avLst>
              <a:gd name="adj" fmla="val 1496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4828032" y="1572768"/>
            <a:ext cx="6446520" cy="3703320"/>
          </a:xfrm>
          <a:prstGeom prst="roundRect">
            <a:avLst>
              <a:gd name="adj" fmla="val 1728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3822192"/>
            <a:ext cx="4297680" cy="1627632"/>
          </a:xfrm>
          <a:prstGeom prst="roundRect">
            <a:avLst>
              <a:gd name="adj" fmla="val 393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2286000"/>
            <a:ext cx="10195560" cy="2606040"/>
          </a:xfrm>
          <a:prstGeom prst="roundRect">
            <a:avLst>
              <a:gd name="adj" fmla="val 2456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81328"/>
            <a:ext cx="6400800" cy="4315968"/>
          </a:xfrm>
          <a:prstGeom prst="roundRect">
            <a:avLst>
              <a:gd name="adj" fmla="val 148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93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99616"/>
            <a:ext cx="6537960" cy="4315968"/>
          </a:xfrm>
          <a:prstGeom prst="roundRect">
            <a:avLst>
              <a:gd name="adj" fmla="val 148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63040"/>
            <a:ext cx="5897880" cy="4069080"/>
          </a:xfrm>
          <a:prstGeom prst="roundRect">
            <a:avLst>
              <a:gd name="adj" fmla="val 157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机制图可独立展示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81328"/>
            <a:ext cx="5897880" cy="4023360"/>
          </a:xfrm>
          <a:prstGeom prst="roundRect">
            <a:avLst>
              <a:gd name="adj" fmla="val 1591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95160" y="168249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95160" y="1682496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协同工作逻辑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42048" y="2286000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254203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95160" y="2542032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 生成流程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42048" y="3145536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0" y="340156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3401568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DiagnosisAgent 工作机制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42048" y="4005072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95160" y="426110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4261104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工作机制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42048" y="4864608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诊断规则可配置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0.27 m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32588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m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1812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96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m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81812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4617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阈值规则可随场景、城市标准和项目口径调整。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可扩展到多降雨事件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81328"/>
            <a:ext cx="7132320" cy="4343400"/>
          </a:xfrm>
          <a:prstGeom prst="roundRect">
            <a:avLst>
              <a:gd name="adj" fmla="val 1474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49640" y="184708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9202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549640" y="2505456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5786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49640" y="3163824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49640" y="382219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38953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2026-09-04T06:30:50Z</dcterms:created>
  <dcterms:modified xsi:type="dcterms:W3CDTF">2026-09-04T06:30:50Z</dcterms:modified>
</cp:coreProperties>
</file>