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8978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诊断规则可配置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0.27 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96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181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4617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阈值规则可随场景、城市标准和项目口径调整。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可扩展到多降雨事件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rain4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713232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84708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920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2505456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578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49640" y="3163824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549640" y="382219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41080" y="3895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2026-09-04T06:33:40Z</dcterms:created>
  <dcterms:modified xsi:type="dcterms:W3CDTF">2026-09-04T06:33:40Z</dcterms:modified>
</cp:coreProperties>
</file>