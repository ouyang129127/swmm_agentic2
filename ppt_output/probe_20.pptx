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页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页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页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页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页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页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页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页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页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页</a:t>
            </a:r>
            <a:endParaRPr 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页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页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13 页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14 页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15 页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16 页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17 页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18 页</a:t>
            </a:r>
            <a:endParaRPr lang="en-US" sz="2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19 页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F83AD"/>
          </a:solidFill>
          <a:ln w="12700">
            <a:solidFill>
              <a:srgbClr val="5F83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20 页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2026-09-04T06:31:50Z</dcterms:created>
  <dcterms:modified xsi:type="dcterms:W3CDTF">2026-09-04T06:31:50Z</dcterms:modified>
</cp:coreProperties>
</file>