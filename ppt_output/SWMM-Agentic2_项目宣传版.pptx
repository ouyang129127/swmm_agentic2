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72084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pic>
        <p:nvPicPr>
          <p:cNvPr id="17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816352"/>
            <a:ext cx="2331720" cy="10789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1037844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evidenc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537960" cy="4279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pic>
        <p:nvPicPr>
          <p:cNvPr id="20" name="Image 0" descr="E:\SWMM_Agentic\SWMM-Agentic2\ppt_build\assets\diagnosis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572768"/>
            <a:ext cx="6446520" cy="3703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结论必须查得到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claims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supported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9187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pic>
        <p:nvPicPr>
          <p:cNvPr id="14" name="Image 0" descr="E:\SWMM_Agentic\SWMM-Agentic2\ppt_build\assets\verificat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22192"/>
            <a:ext cx="4297680" cy="16276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无证据输出被显式计量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GRAPH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立体化证据网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</a:t>
            </a:r>
            <a:endParaRPr lang="en-US" sz="950" dirty="0"/>
          </a:p>
        </p:txBody>
      </p:sp>
      <p:pic>
        <p:nvPicPr>
          <p:cNvPr id="20" name="Image 0" descr="E:\SWMM_Agentic\SWMM-Agentic2\ppt_build\assets\graph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10195560" cy="2606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743200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640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73168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03136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94576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以冒溢节点为锚点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640080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75564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8288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rainfall_context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43800" y="237744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50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node_evidence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43800" y="29992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723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surface_context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3621024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369417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network_context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43800" y="4242816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relation_paths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552944" y="5166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把局部诊断场景打包给 Agent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用指标证明工作流价值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21208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代码尝试次数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人工干预次数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9264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评价模块量化可靠性、效率和证据约束效果。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大规模案例闭环运行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0467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17212B">
              <a:alpha val="8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10040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6926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3931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17212B">
              <a:alpha val="8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39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9877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80390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7395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17212B">
              <a:alpha val="8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63854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条证据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0859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17212B">
              <a:alpha val="8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7318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47318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808208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从分析工具到交付材料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frontend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9616"/>
            <a:ext cx="653796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99248" y="182880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0688" y="19019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风险热点清单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99248" y="248716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0688" y="2560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证据表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99248" y="3145536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0688" y="32186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核查报告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99248" y="3803904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38770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诊断说明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99248" y="50109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让模型结果进入城市内涝决策链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已形成网页化宣传材料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89788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866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780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9154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068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对象创新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0866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架构创新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154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068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诊断机制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0866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关系证据网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9154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068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评价优化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机制图可独立展示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589788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95160" y="1682496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95160" y="1682496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42048" y="1883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协同工作逻辑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995160" y="2542032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95160" y="2542032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42048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 生成流程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95160" y="3401568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95160" y="3401568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602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DiagnosisAgent 工作机制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995160" y="4261104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95160" y="4261104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42048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VerificationAgent 工作机制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诊断规则可配置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0.27 m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32588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0.40 m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1812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796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0.60 m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81812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46177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阈值规则可随场景、城市标准和项目口径调整。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可扩展到多降雨事件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rain4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81328"/>
            <a:ext cx="713232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9640" y="184708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19202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49640" y="2505456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25786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549640" y="3163824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32369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549640" y="382219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41080" y="38953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rain4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2026-09-04T06:36:19Z</dcterms:created>
  <dcterms:modified xsi:type="dcterms:W3CDTF">2026-09-04T06:36:19Z</dcterms:modified>
</cp:coreProperties>
</file>