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36192"/>
            <a:ext cx="6720840" cy="4069080"/>
          </a:xfrm>
          <a:prstGeom prst="roundRect">
            <a:avLst>
              <a:gd name="adj" fmla="val 157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82128" y="2816352"/>
            <a:ext cx="2331720" cy="1078992"/>
          </a:xfrm>
          <a:prstGeom prst="roundRect">
            <a:avLst>
              <a:gd name="adj" fmla="val 5932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444752"/>
            <a:ext cx="10378440" cy="4434840"/>
          </a:xfrm>
          <a:prstGeom prst="roundRect">
            <a:avLst>
              <a:gd name="adj" fmla="val 144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81328"/>
            <a:ext cx="6537960" cy="4279392"/>
          </a:xfrm>
          <a:prstGeom prst="roundRect">
            <a:avLst>
              <a:gd name="adj" fmla="val 1496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4828032" y="1572768"/>
            <a:ext cx="6446520" cy="3703320"/>
          </a:xfrm>
          <a:prstGeom prst="roundRect">
            <a:avLst>
              <a:gd name="adj" fmla="val 1728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3822192"/>
            <a:ext cx="4297680" cy="1627632"/>
          </a:xfrm>
          <a:prstGeom prst="roundRect">
            <a:avLst>
              <a:gd name="adj" fmla="val 3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286000"/>
            <a:ext cx="10195560" cy="2606040"/>
          </a:xfrm>
          <a:prstGeom prst="roundRect">
            <a:avLst>
              <a:gd name="adj" fmla="val 2456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81328"/>
            <a:ext cx="6400800" cy="4315968"/>
          </a:xfrm>
          <a:prstGeom prst="roundRect">
            <a:avLst>
              <a:gd name="adj" fmla="val 148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93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99616"/>
            <a:ext cx="6537960" cy="4315968"/>
          </a:xfrm>
          <a:prstGeom prst="roundRect">
            <a:avLst>
              <a:gd name="adj" fmla="val 148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5897880" cy="4069080"/>
          </a:xfrm>
          <a:prstGeom prst="roundRect">
            <a:avLst>
              <a:gd name="adj" fmla="val 1573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81328"/>
            <a:ext cx="5897880" cy="4023360"/>
          </a:xfrm>
          <a:prstGeom prst="roundRect">
            <a:avLst>
              <a:gd name="adj" fmla="val 1591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2026-09-04T06:34:25Z</dcterms:created>
  <dcterms:modified xsi:type="dcterms:W3CDTF">2026-09-04T06:34:25Z</dcterms:modified>
</cp:coreProperties>
</file>