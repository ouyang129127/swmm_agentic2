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frontend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653796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89788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机制图可独立展示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589788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95160" y="1682496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95160" y="1682496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42048" y="1883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协同工作逻辑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242048" y="2286000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95160" y="2542032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995160" y="2542032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 生成流程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242048" y="3145536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95160" y="3401568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95160" y="3401568"/>
            <a:ext cx="82296" cy="65836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048" y="36027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DiagnosisAgent 工作机制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42048" y="4005072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995160" y="4261104"/>
            <a:ext cx="3520440" cy="658368"/>
          </a:xfrm>
          <a:prstGeom prst="roundRect">
            <a:avLst>
              <a:gd name="adj" fmla="val 9722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95160" y="4261104"/>
            <a:ext cx="82296" cy="65836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42048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VerificationAgent 工作机制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242048" y="4864608"/>
            <a:ext cx="3108960" cy="-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可作为现场讲解入口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诊断规则可配置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0.27 m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32588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0.40 m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18120" y="2377440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796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0.60 m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81812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46177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阈值规则可随场景、城市标准和项目口径调整。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可扩展到多降雨事件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rain4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81328"/>
            <a:ext cx="713232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847088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9202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549640" y="2505456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25786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549640" y="3163824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549640" y="382219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41080" y="38953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2026-09-04T06:21:44Z</dcterms:created>
  <dcterms:modified xsi:type="dcterms:W3CDTF">2026-09-04T06:21:44Z</dcterms:modified>
</cp:coreProperties>
</file>